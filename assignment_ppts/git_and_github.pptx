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3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8" r:id="rId4"/>
    <p:sldId id="259" r:id="rId5"/>
    <p:sldId id="262" r:id="rId6"/>
    <p:sldId id="264" r:id="rId7"/>
    <p:sldId id="266" r:id="rId8"/>
    <p:sldId id="270" r:id="rId9"/>
    <p:sldId id="272" r:id="rId10"/>
  </p:sldIdLst>
  <p:sldSz cx="18288000" cy="10287000"/>
  <p:notesSz cx="6858000" cy="9144000"/>
  <p:embeddedFontLst>
    <p:embeddedFont>
      <p:font typeface="SimSun" panose="02010600030101010101" pitchFamily="2" charset="-122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1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1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GIF"/><Relationship Id="rId1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GIF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webp"/><Relationship Id="rId2" Type="http://schemas.openxmlformats.org/officeDocument/2006/relationships/image" Target="../media/image12.GIF"/><Relationship Id="rId1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GI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GIF"/><Relationship Id="rId3" Type="http://schemas.openxmlformats.org/officeDocument/2006/relationships/image" Target="../media/image7.GIF"/><Relationship Id="rId2" Type="http://schemas.openxmlformats.org/officeDocument/2006/relationships/image" Target="../media/image1.GIF"/><Relationship Id="rId1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76400" y="3390900"/>
            <a:ext cx="14207490" cy="3526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50"/>
              </a:lnSpc>
            </a:pPr>
            <a:r>
              <a:rPr lang="en-US" altLang="en-US" sz="125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 Presentation on</a:t>
            </a:r>
            <a:endParaRPr lang="en-US" altLang="en-US" sz="125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ctr">
              <a:lnSpc>
                <a:spcPts val="13750"/>
              </a:lnSpc>
            </a:pPr>
            <a:r>
              <a:rPr lang="en-US" altLang="en-US" sz="125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Git &amp; GitHub</a:t>
            </a:r>
            <a:endParaRPr lang="en-US" altLang="en-US" sz="125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09600" y="1104900"/>
            <a:ext cx="9747250" cy="7776845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1. What problem Git actually solves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endParaRPr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Before Git, developers used to: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Copy folders like project_final, project_final_v2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Share code through pen drives or email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Accidentally overwrite each other’s work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Lose old working code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 solves all of this by tracking every change and keeping a complete history of the project.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90600" y="1104900"/>
            <a:ext cx="15004415" cy="806958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2. What is Version Control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Version Control is a system that: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Tracks who changed what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Tracks when the change happened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Allows going back to any previous version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Helps multiple people work on the same project safely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What is Git: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 is a distributed version control system that runs locally on our computer and does not require an internet connection to work. It keeps the complete history of a project, and every developer has a full copy of the code along with its past versions.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2946400" y="1318895"/>
            <a:ext cx="11276965" cy="799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2932469">
            <a:off x="-2356497" y="-1559045"/>
            <a:ext cx="14388035" cy="16061643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2000" y="1028700"/>
            <a:ext cx="15224760" cy="823531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GIT Commands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git init 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Creates a new Git repository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Starts version tracking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case-When starting a new project.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 status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Shows current file state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Tells what is staged, modified, or untracked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case-Before committing, to avoid mistakes.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 add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Moves changes to staging area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case-Select only required files for commit.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git commit</a:t>
            </a: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Saves changes permanently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Adds a message for clarity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case-Each commit represents a logical change.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161415" y="1315085"/>
            <a:ext cx="10522585" cy="8472805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What is GitHub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?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 cloud platform to host Git repositories.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Used for collaboration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 Git = tool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 GitHub =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Why GitHub is Needed?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GitHub provides: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Remote backup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Team collaboration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Code review system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Issue tracking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Real-world use case: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Teams working from different locations.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endParaRPr sz="1600"/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9143365" y="1790700"/>
            <a:ext cx="578993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10652028" y="-873767"/>
            <a:ext cx="14322769" cy="13230153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5800" y="876300"/>
            <a:ext cx="11369040" cy="8924290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Other Tools Like GitHub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GitLab</a:t>
            </a:r>
            <a:endParaRPr lang="en-US" altLang="en-US"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Built-in CI/CD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Preferred in DevOps projects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+ DevOps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Bitbucket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Integrates with Jira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Enterprise-focused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(Atlassian ecosystem)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Azure Repos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Microsoft ecosystem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Used in corporate environments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(Microsoft ecosystem)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SourceForge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Older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Open-source hosting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Open-source hosting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11090" y="4076065"/>
            <a:ext cx="846518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Thank you!</a:t>
            </a:r>
            <a:endParaRPr lang="en-US" sz="7000" u="none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1893</Words>
  <Application>WPS Presentation</Application>
  <PresentationFormat>On-screen Show (4:3)</PresentationFormat>
  <Paragraphs>102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Agrandir</vt:lpstr>
      <vt:lpstr>Agrandir Bold</vt:lpstr>
      <vt:lpstr>Microsoft YaHei</vt:lpstr>
      <vt:lpstr>Arial Unicode MS</vt:lpstr>
      <vt:lpstr>Calibri</vt:lpstr>
      <vt:lpstr>Times New Roman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Pastel Blobs Basic Simple Presentation</dc:title>
  <dc:creator/>
  <cp:lastModifiedBy>05 Swapna</cp:lastModifiedBy>
  <cp:revision>3</cp:revision>
  <dcterms:created xsi:type="dcterms:W3CDTF">2006-08-16T00:00:00Z</dcterms:created>
  <dcterms:modified xsi:type="dcterms:W3CDTF">2026-02-10T13:04:42Z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0C9D48C8F49C41CEB705F5B945933B11_13</vt:lpwstr>
  </property>
  <property fmtid="{D5CDD505-2E9C-101B-9397-08002B2CF9AE}" pid="3" name="KSOProductBuildVer">
    <vt:lpwstr>1033-12.2.0.23196</vt:lpwstr>
  </property>
</Properties>
</file>